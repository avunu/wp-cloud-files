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743721-4765-4010-AEB3-706B796FCA5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8C9562-9379-4862-BF46-18CA931A5B0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E0D473E-DE08-4AB0-9392-15C9A0C67CD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720000" y="144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WP Cloud Files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Presentation fixture, slide 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 txBox="1"/>
          <p:nvPr/>
        </p:nvSpPr>
        <p:spPr>
          <a:xfrm>
            <a:off x="720000" y="144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slide, must not be rendered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LibreOffice/26.2.1.2$Linux_X86_64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